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5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E4A27-623D-0E47-B472-E57B4DC3D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F0F27-E38B-063A-B004-77BFDE9E4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5BB64-22A7-1490-83DC-3DDBEEBC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6CEE1-97A4-3B70-82A9-DC9822AF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FCD30-FCFB-E783-500B-7E5E835B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5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F4ED0-A508-80A1-9C57-2899B370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AB99B-5E25-DDC5-7AEF-4E0A680D6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C3038-C934-DC9F-4C82-2C8E132A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4B84F-B4DB-CE48-B443-1148C2B1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5E904-0841-5496-BF89-C235EF6BB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19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7AE3-3D27-545F-FA99-4AD3D699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E4885-0678-7435-5C81-CEE515AFF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C41C-AB67-96E9-5B08-FEDAB075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CFECE-EB70-6E8F-428C-DAA19E0F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0E7AA-A5E2-1E0D-CC43-31D551FF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0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4D76-9946-0474-E20E-AF8B4B850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9750F-FB16-C8FD-7994-C0E2A63F9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08D60-BBFA-40C3-A775-6181DE2C4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E0C8C-0BE7-9581-ED2E-71E89BA6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99699-5B75-2A4B-6977-4BFB562D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B58C9-1F82-94FF-F0B5-BC501138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09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E7B9D-5A44-B19F-B818-95E0C0360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98321-5B73-81F8-E1E3-EB2932BB6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2BC9D-D029-495C-051E-4AFC3B8E4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8185C-9B2C-1F8C-B8DE-82FE5A023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F8B61-2289-05A0-93EF-97AFB785A5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292CFD-969F-B950-ADF7-1CF76E48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D50C2-28B9-18F8-25E5-22207193E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E61CA-748F-765B-B807-1A1F41E8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9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75EB-4B60-6B7D-4015-7DFE6907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FEE85-FD11-67C7-69B1-C017921F9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3D576-72E2-06E4-B0AF-3CDB54B3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5A020-B945-2EC5-26AC-A2041675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6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D7BC3-D508-3246-422A-2CAE9444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F8C77-1F4C-EBC2-1451-8A870557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EAD4F-5B39-B9F9-4AB0-CABCC6668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0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6D721-9581-EBA2-5154-8E26EC446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3AFD-416D-435B-632E-7BAB94ED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97E0D-0903-1C91-50A8-6DD058959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8F25C-678A-7719-17EB-9F86850A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BDC11-187D-9EDC-1762-58D08E3B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78FF3-25A7-C637-A6E8-E2950A22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8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07A5-53F2-B0E9-4D3C-8B2716E2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18B437-6DE7-5F00-F3C7-4B8D66BAF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91C31-0868-A150-8265-17C70EF4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1E538-DDB4-6C39-2D88-C448194E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C5B5B-716F-CA35-FD2B-81805D175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1FFE6-F291-0A82-4F89-1DAE0DAD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78A7-156F-DB94-15B4-045076A4C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7C758-0D78-5B7A-54DA-4C423D15D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A828F-8CF6-2722-FB95-52FC5B21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8CD05-FCCF-4F55-DF02-307A35D3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45BB8-3986-F57F-02D0-AB4BDD3F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9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D15C85-3A02-1570-A1C9-4367E67DA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023A09-5E20-DFCB-3655-D3D8634A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8B139-C0A6-C28D-DC80-102BE63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EE3FB-FCF2-70D4-F6BC-F13805E2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29556-3F77-D58A-AA55-E0D822E16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8654F-9756-ED9D-D58E-0BC6B4F9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CB9DD-5306-6985-E1FD-7BC43338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7EDBE-CAF1-B347-43CE-368B9BE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5944E-FED7-4CE0-85AB-F5564CE6C93C}" type="datetimeFigureOut">
              <a:rPr lang="en-US" smtClean="0"/>
              <a:t>10/11/2024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1C6C9-3E6B-5743-9F23-A794B3E779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009C3-FCBE-3008-6E40-195C4C783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BF39EC-2570-4CB7-9312-D3BA7195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5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C203-8ED2-D662-94CB-F0FB2523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20" y="131309"/>
            <a:ext cx="3932237" cy="6096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1998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25030-BD05-BC9E-270C-4937E7DB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1220" y="857250"/>
            <a:ext cx="4405555" cy="3811588"/>
          </a:xfrm>
        </p:spPr>
        <p:txBody>
          <a:bodyPr>
            <a:normAutofit/>
          </a:bodyPr>
          <a:lstStyle/>
          <a:p>
            <a:r>
              <a:rPr lang="en-US" sz="2000" dirty="0"/>
              <a:t>New England  Black Pages</a:t>
            </a:r>
          </a:p>
          <a:p>
            <a:r>
              <a:rPr lang="en-US" dirty="0"/>
              <a:t>The Internet’s First Searchable Black Business Directory</a:t>
            </a:r>
          </a:p>
        </p:txBody>
      </p:sp>
      <p:pic>
        <p:nvPicPr>
          <p:cNvPr id="14" name="Picture 13" descr="A computer screen with a black page&#10;&#10;Description automatically generated">
            <a:extLst>
              <a:ext uri="{FF2B5EF4-FFF2-40B4-BE49-F238E27FC236}">
                <a16:creationId xmlns:a16="http://schemas.microsoft.com/office/drawing/2014/main" id="{F36DBDD9-E353-856F-BFD0-12F010B37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061" y="131309"/>
            <a:ext cx="7102719" cy="659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96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C203-8ED2-D662-94CB-F0FB2523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20" y="131309"/>
            <a:ext cx="3932237" cy="609600"/>
          </a:xfrm>
        </p:spPr>
        <p:txBody>
          <a:bodyPr>
            <a:normAutofit/>
          </a:bodyPr>
          <a:lstStyle/>
          <a:p>
            <a:r>
              <a:rPr lang="en-US" sz="3600" b="1" dirty="0"/>
              <a:t>1999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25030-BD05-BC9E-270C-4937E7DB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1220" y="857250"/>
            <a:ext cx="3129205" cy="3811588"/>
          </a:xfrm>
        </p:spPr>
        <p:txBody>
          <a:bodyPr>
            <a:normAutofit/>
          </a:bodyPr>
          <a:lstStyle/>
          <a:p>
            <a:r>
              <a:rPr lang="en-US" sz="2000" dirty="0"/>
              <a:t>Boston’s Empowerment Zone</a:t>
            </a:r>
          </a:p>
          <a:p>
            <a:r>
              <a:rPr lang="en-US" dirty="0"/>
              <a:t>Put Thousands of Boston Businesses online</a:t>
            </a:r>
          </a:p>
          <a:p>
            <a:r>
              <a:rPr lang="en-US" dirty="0"/>
              <a:t>Presented to Vice President Al Gore</a:t>
            </a:r>
          </a:p>
        </p:txBody>
      </p:sp>
      <p:pic>
        <p:nvPicPr>
          <p:cNvPr id="5" name="Picture 4" descr="A screenshot of a website&#10;&#10;Description automatically generated">
            <a:extLst>
              <a:ext uri="{FF2B5EF4-FFF2-40B4-BE49-F238E27FC236}">
                <a16:creationId xmlns:a16="http://schemas.microsoft.com/office/drawing/2014/main" id="{2386BD5A-9C4E-3385-2FA9-CBA247D49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837" y="552450"/>
            <a:ext cx="8538288" cy="597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212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C203-8ED2-D662-94CB-F0FB2523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21" y="131309"/>
            <a:ext cx="3443530" cy="609600"/>
          </a:xfrm>
        </p:spPr>
        <p:txBody>
          <a:bodyPr>
            <a:normAutofit/>
          </a:bodyPr>
          <a:lstStyle/>
          <a:p>
            <a:r>
              <a:rPr lang="en-US" sz="3600" b="1" dirty="0"/>
              <a:t>2002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25030-BD05-BC9E-270C-4937E7DB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1220" y="857250"/>
            <a:ext cx="3443530" cy="3811588"/>
          </a:xfrm>
        </p:spPr>
        <p:txBody>
          <a:bodyPr>
            <a:normAutofit/>
          </a:bodyPr>
          <a:lstStyle/>
          <a:p>
            <a:r>
              <a:rPr lang="en-US" sz="2000" dirty="0"/>
              <a:t>Roxbury.com Business Directory</a:t>
            </a:r>
          </a:p>
          <a:p>
            <a:r>
              <a:rPr lang="en-US" dirty="0"/>
              <a:t>Self-Service Business Directory</a:t>
            </a:r>
          </a:p>
          <a:p>
            <a:r>
              <a:rPr lang="en-US" dirty="0"/>
              <a:t>2 Years Before Yelp.com was Founded</a:t>
            </a:r>
          </a:p>
        </p:txBody>
      </p:sp>
      <p:pic>
        <p:nvPicPr>
          <p:cNvPr id="8" name="Picture 7" descr="A screenshot of a website&#10;&#10;Description automatically generated">
            <a:extLst>
              <a:ext uri="{FF2B5EF4-FFF2-40B4-BE49-F238E27FC236}">
                <a16:creationId xmlns:a16="http://schemas.microsoft.com/office/drawing/2014/main" id="{101539E1-D49F-AB6D-FDD5-43AA9A724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943" y="131309"/>
            <a:ext cx="8125204" cy="657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52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C203-8ED2-D662-94CB-F0FB2523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21" y="131309"/>
            <a:ext cx="3443530" cy="609600"/>
          </a:xfrm>
        </p:spPr>
        <p:txBody>
          <a:bodyPr>
            <a:normAutofit/>
          </a:bodyPr>
          <a:lstStyle/>
          <a:p>
            <a:r>
              <a:rPr lang="en-US" sz="3600" b="1" dirty="0"/>
              <a:t>2004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25030-BD05-BC9E-270C-4937E7DB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1220" y="857250"/>
            <a:ext cx="3443530" cy="3811588"/>
          </a:xfrm>
        </p:spPr>
        <p:txBody>
          <a:bodyPr>
            <a:normAutofit/>
          </a:bodyPr>
          <a:lstStyle/>
          <a:p>
            <a:r>
              <a:rPr lang="en-US" sz="2000" dirty="0"/>
              <a:t>Cincinnati Biz-In-Site Business Directory</a:t>
            </a:r>
          </a:p>
          <a:p>
            <a:r>
              <a:rPr lang="en-US" dirty="0"/>
              <a:t>Online Directory of Empowerment Zone and Minority Businesses</a:t>
            </a:r>
          </a:p>
          <a:p>
            <a:r>
              <a:rPr lang="en-US" dirty="0"/>
              <a:t>Community Reinvestment Act Project</a:t>
            </a:r>
          </a:p>
        </p:txBody>
      </p:sp>
      <p:pic>
        <p:nvPicPr>
          <p:cNvPr id="5" name="Picture 4" descr="A website with a few people&#10;&#10;Description automatically generated with medium confidence">
            <a:extLst>
              <a:ext uri="{FF2B5EF4-FFF2-40B4-BE49-F238E27FC236}">
                <a16:creationId xmlns:a16="http://schemas.microsoft.com/office/drawing/2014/main" id="{4546FCC8-0143-9630-5956-F603CC27C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188" y="204787"/>
            <a:ext cx="7296437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48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C203-8ED2-D662-94CB-F0FB25232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21" y="131309"/>
            <a:ext cx="3443530" cy="609600"/>
          </a:xfrm>
        </p:spPr>
        <p:txBody>
          <a:bodyPr>
            <a:normAutofit/>
          </a:bodyPr>
          <a:lstStyle/>
          <a:p>
            <a:r>
              <a:rPr lang="en-US" sz="3600" b="1" dirty="0"/>
              <a:t>2022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F25030-BD05-BC9E-270C-4937E7DB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1220" y="857249"/>
            <a:ext cx="2700580" cy="5869441"/>
          </a:xfrm>
        </p:spPr>
        <p:txBody>
          <a:bodyPr>
            <a:normAutofit/>
          </a:bodyPr>
          <a:lstStyle/>
          <a:p>
            <a:r>
              <a:rPr lang="en-US" sz="2000" dirty="0"/>
              <a:t>Wakanda Marketplace Business Directory</a:t>
            </a:r>
            <a:br>
              <a:rPr lang="en-US" sz="2000" dirty="0"/>
            </a:br>
            <a:r>
              <a:rPr lang="en-US" sz="2000"/>
              <a:t>(Concept)</a:t>
            </a:r>
            <a:endParaRPr lang="en-US" sz="2000" dirty="0"/>
          </a:p>
          <a:p>
            <a:pPr marL="171450" indent="-171450">
              <a:buFont typeface="+mj-lt"/>
              <a:buAutoNum type="arabicPeriod"/>
            </a:pPr>
            <a:r>
              <a:rPr lang="en-US" dirty="0"/>
              <a:t>Digital presence for businesses without websites</a:t>
            </a:r>
          </a:p>
          <a:p>
            <a:pPr marL="171450" indent="-171450">
              <a:buFont typeface="+mj-lt"/>
              <a:buAutoNum type="arabicPeriod"/>
            </a:pPr>
            <a:r>
              <a:rPr lang="en-US" dirty="0"/>
              <a:t>Integration with social media</a:t>
            </a:r>
          </a:p>
          <a:p>
            <a:pPr marL="171450" indent="-171450">
              <a:buFont typeface="+mj-lt"/>
              <a:buAutoNum type="arabicPeriod"/>
            </a:pPr>
            <a:r>
              <a:rPr lang="en-US" dirty="0"/>
              <a:t>Promotion on third-party sites</a:t>
            </a:r>
          </a:p>
          <a:p>
            <a:pPr marL="171450" indent="-171450">
              <a:buFont typeface="+mj-lt"/>
              <a:buAutoNum type="arabicPeriod"/>
            </a:pPr>
            <a:r>
              <a:rPr lang="en-US" dirty="0"/>
              <a:t>Advertising and commerce for businesses w/existing sites</a:t>
            </a:r>
          </a:p>
          <a:p>
            <a:pPr marL="171450" indent="-171450">
              <a:buFont typeface="+mj-lt"/>
              <a:buAutoNum type="arabicPeriod"/>
            </a:pPr>
            <a:r>
              <a:rPr lang="en-US" dirty="0"/>
              <a:t>Crypto token-based loyalty programs</a:t>
            </a:r>
          </a:p>
          <a:p>
            <a:pPr marL="171450" indent="-171450">
              <a:buFont typeface="+mj-lt"/>
              <a:buAutoNum type="arabicPeriod"/>
            </a:pPr>
            <a:r>
              <a:rPr lang="en-US" dirty="0"/>
              <a:t>Generative Artificial Intelligence Powered</a:t>
            </a:r>
          </a:p>
          <a:p>
            <a:pPr marL="171450" indent="-171450">
              <a:buFont typeface="+mj-lt"/>
              <a:buAutoNum type="arabicPeriod"/>
            </a:pPr>
            <a:r>
              <a:rPr lang="en-US" dirty="0"/>
              <a:t>Multilingual Speech Recognition</a:t>
            </a:r>
          </a:p>
          <a:p>
            <a:endParaRPr lang="en-US" sz="2000" dirty="0"/>
          </a:p>
        </p:txBody>
      </p:sp>
      <p:pic>
        <p:nvPicPr>
          <p:cNvPr id="6" name="Picture 5" descr="A close-up of a black history project&#10;&#10;Description automatically generated">
            <a:extLst>
              <a:ext uri="{FF2B5EF4-FFF2-40B4-BE49-F238E27FC236}">
                <a16:creationId xmlns:a16="http://schemas.microsoft.com/office/drawing/2014/main" id="{3BE31829-726C-AACF-1365-4F9585CFB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1" b="7655"/>
          <a:stretch/>
        </p:blipFill>
        <p:spPr>
          <a:xfrm>
            <a:off x="2971800" y="857251"/>
            <a:ext cx="9096374" cy="493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987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105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1998</vt:lpstr>
      <vt:lpstr>1999</vt:lpstr>
      <vt:lpstr>2002</vt:lpstr>
      <vt:lpstr>2004</vt:lpstr>
      <vt:lpstr>2022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 Granderson</dc:creator>
  <cp:lastModifiedBy>Ken Granderson</cp:lastModifiedBy>
  <cp:revision>6</cp:revision>
  <dcterms:created xsi:type="dcterms:W3CDTF">2024-10-11T23:05:04Z</dcterms:created>
  <dcterms:modified xsi:type="dcterms:W3CDTF">2024-10-12T00:33:14Z</dcterms:modified>
</cp:coreProperties>
</file>